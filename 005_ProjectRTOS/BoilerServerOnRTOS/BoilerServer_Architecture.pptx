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62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572000" cy="457200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EA580C">
              <a:alpha val="1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BoilerServerOnRTOS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Server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Socket.io  ·  mqtt.js  ·  HiveMQ Cloud  ·  Open-Meteo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463040" cy="457200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57984" y="3246120"/>
            <a:ext cx="1463040" cy="457200"/>
          </a:xfrm>
          <a:prstGeom prst="rect">
            <a:avLst/>
          </a:prstGeom>
          <a:solidFill>
            <a:srgbClr val="334155">
              <a:alpha val="6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7328" y="3246120"/>
            <a:ext cx="1463040" cy="45720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76672" y="3246120"/>
            <a:ext cx="1463040" cy="457200"/>
          </a:xfrm>
          <a:prstGeom prst="rect">
            <a:avLst/>
          </a:prstGeom>
          <a:solidFill>
            <a:srgbClr val="EA580C">
              <a:alpha val="6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86016" y="3246120"/>
            <a:ext cx="1463040" cy="457200"/>
          </a:xfrm>
          <a:prstGeom prst="rect">
            <a:avLst/>
          </a:prstGeom>
          <a:solidFill>
            <a:srgbClr val="0891B2">
              <a:alpha val="6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zero00-heaterproject.onrender.com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 — two protocols — one stateless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1463040"/>
            <a:ext cx="173736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499616"/>
            <a:ext cx="1737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1988820"/>
            <a:ext cx="173736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463040"/>
            <a:ext cx="196596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499616"/>
            <a:ext cx="1965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988820"/>
            <a:ext cx="196596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Socket.io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 · dotenv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1874520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99616"/>
            <a:ext cx="18745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988820"/>
            <a:ext cx="18745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8883 / TLS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1463040"/>
            <a:ext cx="1645920" cy="10515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499616"/>
            <a:ext cx="1645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988820"/>
            <a:ext cx="16459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3063240"/>
            <a:ext cx="196596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3099816"/>
            <a:ext cx="1965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451860"/>
            <a:ext cx="19659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API key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1988820"/>
            <a:ext cx="45720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headEnd type="arrow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97680" y="198882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arrow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720840" y="1988820"/>
            <a:ext cx="5943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arrow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314700" y="2514600"/>
            <a:ext cx="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3364992" y="25694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4709160"/>
            <a:ext cx="1828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4690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(UI)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4709160"/>
            <a:ext cx="1828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57984" y="4690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Bridge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4709160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4690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Broker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4709160"/>
            <a:ext cx="182880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24144" y="4690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ESP32-S3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69480" y="4709160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07224" y="4690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Communication Protocols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bridges three distinct transport layers simultaneously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435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(Express)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delivery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2468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index.html + static assets on first page load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request per browser tab open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express.static('public') — zero custom routes needed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7432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435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(Socket.io)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910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 ↔ server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4992" y="2011680"/>
            <a:ext cx="2468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full-duplex connection per browser tab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pushes data to clients instantly — no polling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telemetry updates, commands, auth, and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74320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2435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 (mqtt.js)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15910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 messaging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91072" y="2011680"/>
            <a:ext cx="2468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TLS connection to HiveMQ (port 8883)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subscribe: boilers/# catches all devices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commands and weather data down to Arduino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npm packages — no framework, no bundler, no build step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91440" cy="16276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^5.2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842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single-page UI from /public. The entire web UI is one HTML file — no React, no bundler.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234440"/>
            <a:ext cx="91440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 ^4.8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8888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9842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browser connections in real time. Room-based auth ('authorized' room) gates which clients can send commands.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91440" cy="16276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 ^5.15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8130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HiveMQ over MQTT/TLS (port 8883). Handles subscribe, publish, auto-reconnect, and LWT.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06324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063240"/>
            <a:ext cx="91440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 ^17.4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18888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loader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38130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MQTT_USERNAME, MQTT_PASSWORD, WEB_USERNAME, WEB_PASSWORD from .env. Credentials never in source code.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TLS connection to HiveMQ Cloud — the IoT backbone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CONFIG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Broker:   mqtts://...hivemq.cloud:8883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clientId: 'Server_Bridge_Main'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   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timeout:  4000 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reconnect: 1000 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 from .env (never in source)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Subscribe: boilers/#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catches all current and future devices.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 extracted at runtime: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'boilers/ESP/status' → topicParts[1] → 'ESP'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 EVENTS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26464"/>
            <a:ext cx="4023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72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on('connect')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7282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boilers/# · fetch weather · start 10-min weather timer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21408"/>
            <a:ext cx="4023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67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on('message')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4231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payload (JSON or status string) · update cache · push to browsers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16352"/>
            <a:ext cx="4023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62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on('offline')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1181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bridgeStatus 'disconnected' to all browser clients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511296"/>
            <a:ext cx="4023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57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on('reconnect')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8130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bridgeStatus 'reconnecting' to all browser clients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4206240"/>
            <a:ext cx="4023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251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on('error')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5079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error · emit bridgeStatus 'error' to all clients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Socket.io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 connections from Node.js to every open browser tab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FROM BROWSER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402336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socket.on('login')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creds vs .env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join 'authorized' room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emit loginResponse { success: false 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402336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socket.on('heaterCommand')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socket.rooms.has('authorized')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publish JSON to boilers/&lt;id&gt;/commands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silently if not authorized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TO BROWSER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426464"/>
            <a:ext cx="402336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904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io.emit('boilerUpdate')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telemetry JSON — refreshes all sensor values in the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68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io.emit('boilerStatusUpdate')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426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status string: online | offline | no-data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82112"/>
            <a:ext cx="402336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io.emit('bridgeStatus')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↔ HiveMQ link: connected | disconnected | reconnecting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059936"/>
            <a:ext cx="402336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123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io.emit('loginResponse')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3982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success: true/false } — controls heater controls visibility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Room-based Socket.io auth — no sessions, no tokens, no database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600200"/>
            <a:ext cx="14173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205740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920240" y="1600200"/>
            <a:ext cx="14173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'login' event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0" y="1600200"/>
            <a:ext cx="141732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creds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205740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394960" y="1600200"/>
            <a:ext cx="1417320" cy="9144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'authorized'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205740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32320" y="1600200"/>
            <a:ext cx="141732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{success:true}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6260" y="2514600"/>
            <a:ext cx="0" cy="50292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474720" y="3017520"/>
            <a:ext cx="178308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0175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{success:false}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21124" y="26243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creds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2245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heaterCommand events are forwarded to HiveMQ only if socket.rooms.has('authorized') is true. Unauthorized sockets are silently ignored — no error, no response.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Upward Data Flow — Arduino to Browser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travels from the boiler to every open browser tab in real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325880"/>
            <a:ext cx="1417320" cy="9144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78308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828800" y="1325880"/>
            <a:ext cx="141732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520440" y="1325880"/>
            <a:ext cx="141732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78308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212080" y="1325880"/>
            <a:ext cx="1417320" cy="914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78308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78040" y="1325880"/>
            <a:ext cx="14173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Browser(s)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publishes JSON telemetry every 15 s to boilers/ESP/status as a retained MQTT message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receives via mqtt.js on('message'), extracts deviceId from topic path segment [1]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full payload into boilerStates[deviceId] — the in-memory state cache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immediately to all browser clients via io.emit('boilerUpdate') — all tabs update simultaneously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browser connections receive the cached state instantly on connect — no wait for next publish cycle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Downward Command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 Arduino — under 100 ms via MQTT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325880"/>
            <a:ext cx="14173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78308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828800" y="1325880"/>
            <a:ext cx="14173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'heaterCommand'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520440" y="1325880"/>
            <a:ext cx="1417320" cy="9144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78308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212080" y="1325880"/>
            <a:ext cx="141732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78308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178040" y="1325880"/>
            <a:ext cx="1417320" cy="9144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9100" y="2240280"/>
            <a:ext cx="0" cy="41148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4274820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ignored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090672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button → browser calls sendHeaterCommand() → emits 'heaterCommand' via Socket.io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socket.rooms.has('authorized') — unauthorized sockets are silently dropped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published to boilers/&lt;deviceId&gt;/commands (non-retained, QoS 0)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Arduino's onMqttMessageReceived() parses JSON and applies safety clamping before acting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immediately calls sendHeaterData() — UI reflects new state within one MQTT round trip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outdoor temperature injected into the Arduino via MQTT every 10 minutes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325880"/>
            <a:ext cx="18288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173736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514600" y="1325880"/>
            <a:ext cx="182880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fetchWeather()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846320" y="1325880"/>
            <a:ext cx="182880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(retained msg)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73736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269480" y="1325880"/>
            <a:ext cx="1828800" cy="8229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395728"/>
            <a:ext cx="8595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fetchWeatherData() called on MQTT connect + every 10 minutes via setInterval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hardcoded: Neirivue, Canton de Fribourg, Switzerland (46.52769N, 7.06050E)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temperature_2m and relative_humidity_2m from Open-Meteo current weather endpoint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as retained to boilers/B1/weather AND boilers/ESP/weather — Arduino receives immediately on subscribe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sets g_useCloudWeather=true → DHT task stops overwriting outdoor values with local sensor readings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weatherInterval guard prevents stacking multiple timers when MQTT reconnects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Cache &amp; Stale Data Watchdog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 that keep the UI accurate without polling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CACHE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boilerStates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'B1':  { deviceId, dhtTempC,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heaterWaterTemp,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connectionStatus,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lastSeen, ...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'ESP': { ...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only in RAM — no database required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on every incoming MQTT message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browser connections get all cached states on connect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device reconnects — last values always available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WATCHDOG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426464"/>
            <a:ext cx="39319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426464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813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30 seconds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066544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800600" y="2176272"/>
            <a:ext cx="39319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76272"/>
            <a:ext cx="73152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2311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lastSeen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 lastSeen &gt; 90 000 ms?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816352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800600" y="2926080"/>
            <a:ext cx="39319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926080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9809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STALE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3255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connectionStatus = 'no-data'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566160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800600" y="3675888"/>
            <a:ext cx="39319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675888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7307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 to UI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4005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no-data status banner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90 s  ·  Check interval: 30 s  ·  Clean LWT disconnects are instant (no 90s wait)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Multi-Device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handles any number of devices — zero code changes needed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325880"/>
            <a:ext cx="1828800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362456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boilers/B1/#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1700784"/>
            <a:ext cx="182880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R4 WiFi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" y="2240280"/>
            <a:ext cx="182880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" y="2276856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boilers/ESP/#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" y="2615184"/>
            <a:ext cx="182880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1700784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615184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700784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157984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108960" y="1691640"/>
            <a:ext cx="182880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1728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boilers/#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14884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440680" y="1691640"/>
            <a:ext cx="192024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7282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topic.split('/')[1]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extract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21488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680960" y="1691640"/>
            <a:ext cx="1188720" cy="914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17282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States{}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9718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wildcard subscription 'boilers/#' catches messages from all current and future devices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 extracted dynamically: topic.split('/')[1] — no hardcoded device names in the handler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boilerStates object keyed by deviceId — fully independent cache entry per device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dropdown switches displayed device using local cache — no extra server round trip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published to every known device topic automatically (B1 and ESP)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stateless bridge with four well-defined responsibilities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0"/>
            <a:ext cx="2011680" cy="3520440"/>
          </a:xfrm>
          <a:prstGeom prst="rect">
            <a:avLst/>
          </a:prstGeom>
          <a:solidFill>
            <a:srgbClr val="152338"/>
          </a:solidFill>
          <a:ln w="254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371600"/>
            <a:ext cx="201168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89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" y="2057400"/>
            <a:ext cx="17922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Glues MQTT (IoT) to WebSocket (browsers). Receives Arduino telemetry and forwards it to every open tab in real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2011680" cy="3520440"/>
          </a:xfrm>
          <a:prstGeom prst="rect">
            <a:avLst/>
          </a:prstGeom>
          <a:solidFill>
            <a:srgbClr val="152338"/>
          </a:solidFill>
          <a:ln w="25400">
            <a:solidFill>
              <a:srgbClr val="BE185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1371600"/>
            <a:ext cx="2011680" cy="56692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389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87168" y="2057400"/>
            <a:ext cx="17922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users via Socket.io rooms. Only authorized sockets can send commands to the Arduino through HiveMQ.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2011680" cy="3520440"/>
          </a:xfrm>
          <a:prstGeom prst="rect">
            <a:avLst/>
          </a:prstGeom>
          <a:solidFill>
            <a:srgbClr val="152338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71600"/>
            <a:ext cx="201168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89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81728" y="2057400"/>
            <a:ext cx="17922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 outdoor weather from Open-Meteo every 10 min and publishes it as a retained MQTT message to the Arduino.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2011680" cy="3520440"/>
          </a:xfrm>
          <a:prstGeom prst="rect">
            <a:avLst/>
          </a:prstGeom>
          <a:solidFill>
            <a:srgbClr val="152338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371600"/>
            <a:ext cx="201168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89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Watchdog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76288" y="2057400"/>
            <a:ext cx="17922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data freshness. If an Arduino stops sending for 90 s, the UI shows an orange warning automatically.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1440</Words>
  <Application>Microsoft Office PowerPoint</Application>
  <PresentationFormat>Affichage à l'écran (16:9)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BoilerServerOnRTOS Architecture</dc:title>
  <dc:subject>PptxGenJS Presentation</dc:subject>
  <dc:creator>PptxGenJS</dc:creator>
  <cp:lastModifiedBy>Ahmad Saab</cp:lastModifiedBy>
  <cp:revision>1</cp:revision>
  <dcterms:created xsi:type="dcterms:W3CDTF">2026-06-18T10:15:34Z</dcterms:created>
  <dcterms:modified xsi:type="dcterms:W3CDTF">2026-06-18T10:18:47Z</dcterms:modified>
</cp:coreProperties>
</file>