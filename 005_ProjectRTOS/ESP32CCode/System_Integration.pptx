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EA580C">
              <a:alpha val="1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System Integration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· HiveMQ · Node.js · Browser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Checks · Interface Checks · Data 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011680" cy="457200"/>
          </a:xfrm>
          <a:prstGeom prst="rect">
            <a:avLst/>
          </a:prstGeom>
          <a:solidFill>
            <a:srgbClr val="334155">
              <a:alpha val="6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Architecture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3154680"/>
            <a:ext cx="2011680" cy="457200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Within-Step Checks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3154680"/>
            <a:ext cx="2011680" cy="457200"/>
          </a:xfrm>
          <a:prstGeom prst="rect">
            <a:avLst/>
          </a:prstGeom>
          <a:solidFill>
            <a:srgbClr val="EA580C">
              <a:alpha val="6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Cross-Step Checks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3154680"/>
            <a:ext cx="2011680" cy="457200"/>
          </a:xfrm>
          <a:prstGeom prst="rect">
            <a:avLst/>
          </a:prstGeom>
          <a:solidFill>
            <a:srgbClr val="0284C7">
              <a:alpha val="65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Payloads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ArduinoMqttClient · mqtt.js · Socket.io · HiveMQ Cloud EU · Open-Meteo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System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· all protocols · all data flows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7160" y="1143000"/>
            <a:ext cx="16916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170432"/>
            <a:ext cx="16916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" y="1642262"/>
            <a:ext cx="1691640" cy="46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77440" y="1143000"/>
            <a:ext cx="192024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1170432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642262"/>
            <a:ext cx="1920240" cy="46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Socket.io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 · dotenv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92040" y="1143000"/>
            <a:ext cx="1828800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170432"/>
            <a:ext cx="18288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42262"/>
            <a:ext cx="1828800" cy="46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8883 / TLS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0" y="1143000"/>
            <a:ext cx="1645920" cy="9601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170432"/>
            <a:ext cx="16459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1642262"/>
            <a:ext cx="1645920" cy="46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9 tasks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ArduinoMqttClient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2834640"/>
            <a:ext cx="19202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77440" y="2862072"/>
            <a:ext cx="192024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215030"/>
            <a:ext cx="1920240" cy="3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API key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1623060"/>
            <a:ext cx="54864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  <a:headEnd type="arrow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297680" y="1623060"/>
            <a:ext cx="5943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arrow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720840" y="1623060"/>
            <a:ext cx="5943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arrow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337560" y="2103120"/>
            <a:ext cx="0" cy="7315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3401568" y="2148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10min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37360" y="13944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24528" y="13944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56832" y="13944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" y="2176272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dropdown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2176272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 cache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room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timer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watchdog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1762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routing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msgs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delivery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auth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217627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FreeRTOS tasks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telemetry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+ TLS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A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systemHealth WDT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Initialization &amp; Connection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boot · WiFi · NTP · TLS · MQTT · Node.js startup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4114800" cy="274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(TaskCloud)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4114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boots → 9 tasks created, TaskCloud at priority 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WiFi: try SSID1 (Sunrise_2.4GHz) — if no connect in 10 s, fallback SSID2 (OnePlus)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NTP: configTime(pool.ntp.org) → poll time() every 500 ms, up to 40 retries (20 s max)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setCACert(ROOT_CA) → connect to HiveMQ:8883 via mbedTLS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register LWT 'offline' on boilers/ESP/status (retained)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publish 'online' → subscribe commands + weather topics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41148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 STARTUP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60273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dotenv.config() → loads MQTT/WEB credentials from .env file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mqtt.connect() with clientId 'Server_Bridge_Main', clean:true, reconnect 1s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on('connect'): subscribe boilers/# → fetchWeatherData() → start 10-min timer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148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 THIS PHASE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99616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499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01184" y="151790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WiFi: dual SSID fallback, infinite retry 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975104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751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1184" y="199339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NTP: wait up to 20 s — required before TLS handshake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450592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505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01184" y="246888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mbedTLS verifies ROOT_CA (Let's Encrypt YR2 cert)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9260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01184" y="294436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up to 5 connect retries before TaskCloud exits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401568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4015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01184" y="341985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.env: missing creds → MQTT auth error on connect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877056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8770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01184" y="389534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weatherInterval guard prevents duplicate timers on reconnect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480560"/>
            <a:ext cx="41148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5079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interface check — NTP → TLS dependency: ROOT_CA is valid from Sep 2025. If time() &lt; 1700000000 at TLS handshake, mbedTLS returns -9984. NTP sync is a hard prerequisite for MQTT.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Browser Loads &amp; Connects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page load · Socket.io connect · immediate state delivery from cache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41148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HTTP GET / → Express serves /public/index.html + static assets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 loaded → ws:// connect to Node.js server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fires io.on('connection') → immediately iterates boilerStates{}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'boilerUpdate' for each cached device — browser sees last known values instantly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'bridgeStatus': connected/disconnected based on MQTT client state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90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BROWSER SHOWS IMMEDIATELY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401568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boilerStates has data → last known sensor values shown, no wait needed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boilerStates is empty → blank UI, waits for next Arduino telemetry cycle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bridgeStatus 'disconnected' → red 'Bridge offline' banner shown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NOT required to receive data — controls stay hidden until login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148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 THIS PHASE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99616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499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01184" y="151790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needed to connect — telemetry open to all sockets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975104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751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1184" y="199339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client.connected checked before sending bridgeStatus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450592"/>
            <a:ext cx="201168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505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01184" y="246888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Object.values(boilerStates) iterates all known devices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201168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9260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01184" y="294436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state may be stale — no freshness check at connect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4114800" cy="2743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CROSS-STEP INTERFACE CHECKS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739896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↔ Node.js: socket join is open — login only needed to unlock commands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↔ HiveMQ: connected at Phase 1 — browser load does not re-trigger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HiveMQ: Arduino 'online' already retained in broker — no extra subscribe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offline → new browser immediately gets bridgeStatus 'disconnected'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Telemetry Data Flow — Arduino to Browser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s: sensor JSON travels from boiler to every open browser tab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207008"/>
            <a:ext cx="1463040" cy="8046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1609344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901952" y="1207008"/>
            <a:ext cx="146304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01952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609344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657600" y="1207008"/>
            <a:ext cx="146304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609344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413248" y="1207008"/>
            <a:ext cx="1463040" cy="8046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13248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76288" y="1609344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178040" y="1207008"/>
            <a:ext cx="14630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Browser(s)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" y="2121408"/>
            <a:ext cx="32004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167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boilers/ESP/status  retain:true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" y="2395728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"deviceId":"ESP",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"dhtTempC":15.2, "homeTempC":18.5,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"heaterWaterTemp":55.2,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"heaterState":true,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"targetHomeTemp":20.0,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"systemHealth":63 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20440" y="2121408"/>
            <a:ext cx="33375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15798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merges into boilerStates[deviceId]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lastSeen:Date.now(), connectionStatus:'online'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2121408"/>
            <a:ext cx="1828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213969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io.emit('boilerUpdate')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io.emit('boilerStatusUpdate')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93008"/>
            <a:ext cx="8503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29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AT EACH HOP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built every 15 s via vTaskDelayUntil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 — new subscriber gets it immediately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from FreeRTOS global variables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01952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all boilers/# subscribers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copy stored per topic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'offline' replaces on disconnect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JSON.parse in try/catch — bad JSON logged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topicParts[1] extracts deviceId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lastSeen update resets stale watchdog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13248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merges fields over existing cache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values kept if field missing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instantly for new browsers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78040" y="37490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tabs update simultaneously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selects which device to show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— all from socket push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 Data Flow — Browser to Arduino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controls travel through auth gate, MQTT, and land on the actuators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207008"/>
            <a:ext cx="14630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Control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1609344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901952" y="1207008"/>
            <a:ext cx="1463040" cy="8046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01952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609344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657600" y="1207008"/>
            <a:ext cx="146304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609344"/>
            <a:ext cx="29260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413248" y="1207008"/>
            <a:ext cx="1463040" cy="8046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13248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76288" y="1609344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178040" y="1207008"/>
            <a:ext cx="1463040" cy="8046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2070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33472" y="2011680"/>
            <a:ext cx="0" cy="36576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2679192" y="20482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authorized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silent drop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" y="2148840"/>
            <a:ext cx="3154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194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emit('heaterCommand')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" y="2423160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"deviceId":"ESP",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"payload":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"command":"setTargetTemp",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"targetTemp":22.0,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"boilerSetpoint":65.0 } 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2148840"/>
            <a:ext cx="33375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18541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client.publish('boilers/ESP/commands', payload)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qos:0, retain:false — only live Arduino receives 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86600" y="2148840"/>
            <a:ext cx="1828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216712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onMqttMessageReceived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JSON.parse → clamp → apply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493008"/>
            <a:ext cx="8503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529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AT EACH HOP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range: 5–30 °C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range: 40–70 °C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hidden until login success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01952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socket.rooms.has('authorized')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drop if not authorized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server-side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all commands subscribers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retained — stale not replayed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if Arduino offline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13248" y="3749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ArduinoJson parses command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clamping before globals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sendHeaterData() called immediately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37490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or valve position updated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notifications trigger tasks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WDT requires systemHealth=0x3F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Data Flow — API to Arduino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outdoor temperature injected via MQTT every 10 minutes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207008"/>
            <a:ext cx="160020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609344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011680" y="1207008"/>
            <a:ext cx="160020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609344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886200" y="1207008"/>
            <a:ext cx="160020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609344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760720" y="1207008"/>
            <a:ext cx="1600200" cy="8046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sub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1609344"/>
            <a:ext cx="45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406640" y="1207008"/>
            <a:ext cx="1600200" cy="8046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20700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 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" y="2121408"/>
            <a:ext cx="34564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167128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/v1/forecast?lat=46.52769&amp;lon=7.06050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&amp;current=temperature_2m,relative_humidity_2m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" y="2761488"/>
            <a:ext cx="34564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0720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boilers/B1/weather + boilers/ESP/weather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" y="3035808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"command":"weather",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"outdoorTemp":8.5, "outdoorHumidity":78 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50992" y="2121408"/>
            <a:ext cx="3310128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2167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receives: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42432" y="2395728"/>
            <a:ext cx="31272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g_outdoorTempC = json["outdoorTemp"]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g_outdoorHumidity = json["outdoorHumidity"]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g_useCloudWeather = true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TaskDHT: if g_useCloudWeather skip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sensor read — use cloud values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611880"/>
            <a:ext cx="8503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648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AT EACH 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" y="3867912"/>
            <a:ext cx="1600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REST API, no auth key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on fetch failure — logs error, skips publish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with current{} block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3867912"/>
            <a:ext cx="1600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weatherInterval guard — no duplicate timers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both device topics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 — Arduino gets it on subscribe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86200" y="3867912"/>
            <a:ext cx="1600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stored per topic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immediately on subscribe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Overwritten every 10-min cycle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3867912"/>
            <a:ext cx="1600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in onMqttMessageReceived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g_useCloudWeather persists until reboot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TaskDHT flag checked each loop cycle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6640" y="3867912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WaterActuator uses outdoorTempC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HomeTempModel heat loss uses it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than sensor board temp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 Within Each Component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component validates internally before acting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170432"/>
            <a:ext cx="2011680" cy="2926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50876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5087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WiFi: dual SSID fallback, retry loop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956816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95681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" y="1965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NTP: wait 20 s before TLS connect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404872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" y="2414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ROOT_CA cert via mbedTLS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852928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85292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" y="2862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5 connect retries max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3300984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3009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value clamping applied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374904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7490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" y="3758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systemHealth WDT: all 6 bits required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4197096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19709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NTP → TLS fails (-9984)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4645152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64515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" y="4654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fail → systemHealth bit stays 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59152" y="1170432"/>
            <a:ext cx="201168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359152" y="150876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15087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96896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 required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59152" y="1956816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9152" y="195681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96896" y="1965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auth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59152" y="2404872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9152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96896" y="2414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msgs per topic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59152" y="2852928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285292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96896" y="2862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delivery on unclean disconnect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359152" y="3300984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59152" y="33009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596896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boilers/# routing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359152" y="3749040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59152" y="37490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96896" y="3758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credentials → refused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359152" y="4197096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59152" y="419709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596896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subscriber → dropped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359152" y="4645152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59152" y="464515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596896" y="4654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publisher → LWT sent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35424" y="1170432"/>
            <a:ext cx="20116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35424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35424" y="150876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35424" y="15087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73168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gate: rooms.has('authorized')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35424" y="1956816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35424" y="195681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73168" y="1965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parse: try/catch in handler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35424" y="2404872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35424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773168" y="2414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weatherInterval stacking guard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35424" y="2852928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35424" y="285292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773168" y="2862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watchdog: 30 s / 90 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535424" y="3300984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35424" y="33009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773168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client.connected before emit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35424" y="3749040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35424" y="37490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773168" y="3758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JSON → logged, ignored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35424" y="4197096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35424" y="419709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773168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command → dropped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35424" y="4645152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35424" y="464515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773168" y="4654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down → reconnect loop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711696" y="1170432"/>
            <a:ext cx="20116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11696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711696" y="1508760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11696" y="15087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949440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range 5–30 °C before emit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711696" y="1956816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11696" y="195681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949440" y="1965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range 40–70 °C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711696" y="2404872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11696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6949440" y="2414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switchDevice: checks cache exists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711696" y="2852928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11696" y="285292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949440" y="2862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hidden until login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711696" y="3300984"/>
            <a:ext cx="201168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711696" y="33009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949440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banners reflect all errors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711696" y="3749040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711696" y="37490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949440" y="3758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blocked before emit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711696" y="4197096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711696" y="419709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6949440" y="4206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→ commands gate at Node.js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711696" y="4645152"/>
            <a:ext cx="20116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711696" y="464515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6949440" y="4654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offline → red banner shown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Checks Between Components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verified at each connection boundary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85953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2743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7043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170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↔ Node.js  (WebSocket / Socket.io)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813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813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B→N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416" y="14996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to connect or receive telemetry — data open to all sockets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728216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7282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728216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282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B→N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" y="17465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'login' event: creds compared against WEB_USERNAME + WEB_PASSWORD from .env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975104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97510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1975104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1975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B→N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" y="19933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'heaterCommand' processed only if socket.rooms.has('authorized') is true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221992"/>
            <a:ext cx="256032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2219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221992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2219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2416" y="22402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disconnect → room membership lost — user must log in again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432304"/>
            <a:ext cx="85953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43230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2432304"/>
            <a:ext cx="27432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24323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↔ HiveMQ  (MQTT / TLS port 8883)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743200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74320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2743200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7432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42416" y="2761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MQTTS protocol — TLS required, no plaintext fallback possible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990088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9900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2990088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2990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42416" y="300837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from .env — wrong creds → connection refused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3236976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2369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3236976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2369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42416" y="32552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clientId 'Server_Bridge_Main' fixed, clean:true — no stale session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483864"/>
            <a:ext cx="256032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4838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3483864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483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42416" y="350215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unreachable → reconnectPeriod 1000 ms loop, 'reconnecting' status to browsers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694176"/>
            <a:ext cx="85953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3694176"/>
            <a:ext cx="27432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3694176"/>
            <a:ext cx="274320" cy="274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6112" y="36941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↔ Arduino  (MQTT / TLS port 8883)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4320" y="4005072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0050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4005072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0050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42416" y="40233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ROOT_CA (Let's Encrypt YR2) verified by mbedTLS — requires valid NTP clock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4251960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2519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4251960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2519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A→H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42416" y="427024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registered at connect: topic=boilers/ESP/status, msg='offline', retain:true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74320" y="4498848"/>
            <a:ext cx="256032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4498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48640" y="4498848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498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H→A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42416" y="45171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weather + old telemetry delivered immediately on Arduino subscribe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4745736"/>
            <a:ext cx="256032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47457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48640" y="4745736"/>
            <a:ext cx="4572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47457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A→H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042416" y="476402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expiry (~Sep 2028): run openssl s_client -connect &lt;host&gt;:8883 -showcerts to get new cert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States &amp; Recovery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breaks, what the system does, and how the UI reflects each failure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70432"/>
            <a:ext cx="4251960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70432"/>
            <a:ext cx="4251960" cy="274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disconnects (unclean)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9496" y="149961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Arduino: WiFi drops or MQTT crashes (no clean disconnect)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68706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870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9496" y="170535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detects TCP timeout → delivers stored LWT message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89280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928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9496" y="191109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LWT: 'offline' published to boilers/ESP/status (retained)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09854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0985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9496" y="211683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on('message') sets connectionStatus='offline' in cache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0428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9496" y="232257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io.emit('boilerStatusUpdate', {status:'offline'})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510028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100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9496" y="252831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red device-offline banner shown immediately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2724912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delivery is instant — no 90-second wait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170432"/>
            <a:ext cx="4251960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170432"/>
            <a:ext cx="425196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1704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freezes silently (no LWT)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48132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74336" y="149961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Arduino: FreeRTOS task hangs, TCP stays open — no LWT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68706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6870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74336" y="170535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HiveMQ: connection appears live — no LWT triggered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89280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8928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74336" y="191109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stale watchdog: setInterval 30 s checks lastSeen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09854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0985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74336" y="211683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90 s silence: state.connectionStatus = 'no-data'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30428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74336" y="232257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io.emit('boilerStatusUpdate', {status:'no-data'})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510028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5100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74336" y="2528316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orange no-data banner shown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2724912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mechanism to catch a silent freeze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3127248"/>
            <a:ext cx="4251960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28600" y="3127248"/>
            <a:ext cx="4251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loses HiveMQ connection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343814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4381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9496" y="345643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 fires on('offline')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364388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6438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9496" y="366217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io.emit('bridgeStatus', {status:'disconnected'}) to all tabs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84962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3849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9496" y="386791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shows red 'Bridge disconnected' banner instantly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405536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0553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9496" y="407365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 auto-reconnect loop every 1000 ms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426110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261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39496" y="427939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on('reconnect'): bridgeStatus 'reconnecting' emitted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4466844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44668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39496" y="448513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success: re-subscribe boilers/# + re-fetch weather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20040" y="4681728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 cache preserved during outage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63440" y="3127248"/>
            <a:ext cx="4251960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63440" y="3127248"/>
            <a:ext cx="42519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WDT reset (systemHealth)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754880" y="343814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34381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974336" y="345643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FreeRTOS tasks each set a bit in systemHealth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754880" y="364388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0" y="36438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974336" y="366217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TaskWatchdog: if systemHealth != 0x3F → WDT not kicked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754880" y="384962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0" y="3849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974336" y="386791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WDT fires after 3 s of no kick → board resets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754880" y="405536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54880" y="40553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974336" y="407365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Phase 1 init restarts (WiFi + NTP + TLS + MQTT)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754880" y="426110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54880" y="4261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974336" y="427939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'offline' delivered by HiveMQ during reset gap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754880" y="4466844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0" y="44668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974336" y="448513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reconnect: 'online' published + telemetry resumes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754880" y="4681728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Bits: 0=HomeTemp 1=HeaterTemp 2=DHT 3=WaterAct 4=Heater 5=Cloud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Payload Reference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 formats used — every MQTT topic and Socket.io event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7043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70432"/>
            <a:ext cx="2743200" cy="3474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887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— boilers/ESP/status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" y="1563624"/>
            <a:ext cx="182880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6362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  qos:0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837944"/>
            <a:ext cx="2578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"deviceId": "ESP",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"dhtTempC": 15.2,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"dhtHumidity": 62.0,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"homeTempC": 18.5,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"heaterWaterTemp": 55.2,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"heaterActivation":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"heaterState":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"waterpumpactivation":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"waterValvePosition": 0.65,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"targetHomeTemp": 20.0,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"systemHealth": 63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" y="46085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= 0x3F = all 6 task bits set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54680" y="117043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170432"/>
            <a:ext cx="2743200" cy="3474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1887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— boilers/ESP/commands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27832" y="1563624"/>
            <a:ext cx="182880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56362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retain:false  qos:0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46120" y="1837944"/>
            <a:ext cx="2578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"setTargetTemp",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"targetTemp": 22.0,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"boilerSetpoint": 65.0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heater on/off: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"setHeaterState",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"heaterState":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27832" y="46085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Non-retained — stale not replayed on reconnect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0760" y="117043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170432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1887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— boilers/B1+ESP/weather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53912" y="1563624"/>
            <a:ext cx="182880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6362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retain:true  qos:0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72200" y="1837944"/>
            <a:ext cx="2578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"weather",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"outdoorTemp": 8.5,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"outdoorHumidity": 78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Source: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api.open-meteo.com/v1/forecast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lat=46.52769  lon=7.06050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53912" y="46085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— Arduino receives on subscribe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has a distinct role — together they form a resilient real-time IoT bridge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353312"/>
            <a:ext cx="2011680" cy="3566160"/>
          </a:xfrm>
          <a:prstGeom prst="rect">
            <a:avLst/>
          </a:prstGeom>
          <a:solidFill>
            <a:srgbClr val="152338"/>
          </a:solidFill>
          <a:ln w="25400">
            <a:solidFill>
              <a:srgbClr val="0284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353312"/>
            <a:ext cx="2011680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716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Arduino ESP32-S3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reader + actuator driver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FreeRTOS tasks, priority-scheduled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sync → TLS connect → LWT register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publisher every 15 s (retain:true)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commands + weather via MQTT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systemHealth WDT safeguards hardware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353312"/>
            <a:ext cx="2011680" cy="3566160"/>
          </a:xfrm>
          <a:prstGeom prst="rect">
            <a:avLst/>
          </a:prstGeom>
          <a:solidFill>
            <a:srgbClr val="152338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1353312"/>
            <a:ext cx="201168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3716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HiveMQ Cloud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9659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MQTT broker — no app logic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messages publisher → subscriber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msgs: instant state on subscribe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LWT: auto-offline on unclean disconnect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auth gate at port 8883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topics enable multi-device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53312"/>
            <a:ext cx="2011680" cy="3566160"/>
          </a:xfrm>
          <a:prstGeom prst="rect">
            <a:avLst/>
          </a:prstGeom>
          <a:solidFill>
            <a:srgbClr val="152338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53312"/>
            <a:ext cx="201168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716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Bridge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MQTT ↔ WebSocket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 cache for new connections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room gates commands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fetcher every 10 minutes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watchdog: 90 s timeout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Auto-reconnects to HiveMQ and browsers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353312"/>
            <a:ext cx="2011680" cy="3566160"/>
          </a:xfrm>
          <a:prstGeom prst="rect">
            <a:avLst/>
          </a:prstGeom>
          <a:solidFill>
            <a:srgbClr val="152338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353312"/>
            <a:ext cx="201168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3716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(index.html)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file, zero build step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dropdown — multi-board UI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Socket.io room → commands unlock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range validation before emit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banners reflect all error states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via Node.js push — no polling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System Integration</dc:title>
  <dc:subject>PptxGenJS Presentation</dc:subject>
  <dc:creator>PptxGenJS</dc:creator>
  <cp:lastModifiedBy>PptxGenJS</cp:lastModifiedBy>
  <cp:revision>1</cp:revision>
  <dcterms:created xsi:type="dcterms:W3CDTF">2026-06-18T10:45:50Z</dcterms:created>
  <dcterms:modified xsi:type="dcterms:W3CDTF">2026-06-18T10:45:50Z</dcterms:modified>
</cp:coreProperties>
</file>