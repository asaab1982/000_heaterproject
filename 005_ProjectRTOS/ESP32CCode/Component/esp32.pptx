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5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CA72D1-1272-97DF-B4B9-5958AF87D7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33C41-9F89-70CB-A901-C33852328D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82EB0B4-5068-3833-FD34-589F92973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56EA74F-EC32-4E79-0B8A-CA64AF8CD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882AA7-7735-1C2C-86DC-EDA1D50C9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20155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1D7782-F32B-3F33-6EB7-A13097ABF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A8DD293-60BF-C42E-B513-1140BDEE4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C492133-11FB-1475-C04D-70D9C71FF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A79C418-7ED9-0AF0-0D77-8B2B6122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64A08C4-6E10-1D2B-B27B-F1E5BEC5C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58317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E02B4F-7776-307E-A72B-BB0A31595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E64A036-2075-B800-6E53-B9F36892B5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D6AB16F-B083-93FC-A909-EDFF23A90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97A2E2D-36BF-75FF-DA32-747F12299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51BCDC-0E00-D6EA-506A-7E4C752CC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718221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97A39B-DC3E-E46E-9E1F-1C34B11CA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BB691A-52F3-A9CA-1EB0-C429F2A85C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0D4526B-9DBA-069E-0564-76E2A69CB8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3428BE7-18CA-C032-0AC7-94E18B766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289FD53-37C6-45FA-3170-B8F9C033A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CFCF10A-2892-B7B3-381A-1F08F1E94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90177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26FDC1-4F2F-8C9B-94F8-2961F07B0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0BE3635-D8A3-437F-428B-022222D04D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80D9F8F-FB9A-EC66-45D7-7015DD2603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6935EEF-0D39-DECE-2244-DE48B5B218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47AB49B-837E-7C93-086C-5342FB7542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ADB76A40-CA97-C2EC-CC32-CE0979282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CE8E688-EFE4-98C8-6C4C-6BF031825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A27BBD4-581B-3BAC-7B19-A39729A9D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64376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C3CAC0-6BF8-82F5-C310-60F587A56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81738B7-AA40-B00D-FE09-F2FF713CF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89C6E37-AF71-199C-D998-E0ABD9E68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44C0ED5-B73E-2650-60A9-0908AA9F1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524452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F6C8CFE-ED20-3C27-DB54-164532F5E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800A14A-FC1C-A37B-0596-2A76D390B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BF149FE-7D37-E28D-3AE7-8CA13361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111331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697E97-D1B9-79FC-A24D-E2B6F23A1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9B52E38-3B69-CC07-A9F7-CDE3FFA9BD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2EBFF3D-50DC-8EEE-B925-83C28430AB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637131-D7D7-925A-0683-A5B69397B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326F853-F9B1-915D-D828-250962FDE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DD2E5-56D9-DEA3-E5CA-55E69D1BA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805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7763DC-BFF3-ADDD-8545-0B4A7F420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150393B3-082D-BB79-5621-CD75F2F401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4E262B6-82E2-46DD-75C3-F3862FA115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8AB817F-369F-7A77-C387-08AB68FD0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1BE7AC7-5746-7CBA-1401-969C6FB7D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7E1F2B1-9F1D-6510-3FF9-E7B9225DA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831543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4B73EB-F292-2BC3-C960-BF80326EC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B2C942E-A070-693F-30AE-415F84D63A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D834912-3535-F107-AFFB-7E86B99FB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8E843E5-628C-E8CA-7CF9-F1D343E1D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2990F20-D88B-621E-A177-69C4814E4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07621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1F265EAA-AF5C-76A6-C7CF-88A411B29A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EC25BEE-CA13-3B4E-C9FF-92F49AA7D7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A53B64F-D51F-6AA4-1AC8-2611BEFD8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C9DB300-1570-B8F1-7833-6D3411BE9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0B86A7-539A-FCF9-07A4-9E92241AC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62199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0254298-FB82-89B0-3D3E-63E6A9D96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CDD2A57-6E67-92BB-8E79-F4CD2B1CCF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2B45FF5-1439-2DCB-D03A-3CC9973F02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893DF5-3A8A-11B4-24EB-3E0C25CBA4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0B15603-91C1-FFD2-53E4-E0449928EE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77504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8C3091-A272-60C6-4125-8B7FC6607F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/>
              <a:t>ESP32-S3 </a:t>
            </a:r>
            <a:r>
              <a:rPr lang="fr-CH" dirty="0" err="1"/>
              <a:t>Wroom</a:t>
            </a:r>
            <a:r>
              <a:rPr lang="fr-CH" dirty="0"/>
              <a:t>	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AC4AB62-1314-7AF2-E799-79B52049CE3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48023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E5B357-F5A2-CA9E-FC5E-B2643DA5B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H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FC74971-AD36-9E7E-2E21-BA698B9206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6499" y="2781988"/>
            <a:ext cx="8779001" cy="2438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37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78D43FA8-B205-A259-9060-EA37DD9DF4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3919" b="17584"/>
          <a:stretch>
            <a:fillRect/>
          </a:stretch>
        </p:blipFill>
        <p:spPr>
          <a:xfrm>
            <a:off x="50599" y="280988"/>
            <a:ext cx="4737301" cy="434181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893AC65F-D027-11D0-702B-AA4A8BF4B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6840" y="280988"/>
            <a:ext cx="6248060" cy="6268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100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B08794D7-0257-5236-4B5B-CE7EEE476C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1492"/>
          <a:stretch>
            <a:fillRect/>
          </a:stretch>
        </p:blipFill>
        <p:spPr>
          <a:xfrm>
            <a:off x="223299" y="473759"/>
            <a:ext cx="5638410" cy="524759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D469ACD-B59D-B482-9655-0B9D78D450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677" y="161924"/>
            <a:ext cx="6113979" cy="586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293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0011EE6C-46C6-B539-CED3-CB32F30A7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776" y="1112329"/>
            <a:ext cx="4701947" cy="440474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A26DC36-1C0F-FBC5-1529-5FF48631D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988" y="1001829"/>
            <a:ext cx="4656223" cy="4625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22701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1114</TotalTime>
  <Words>3</Words>
  <Application>Microsoft Office PowerPoint</Application>
  <PresentationFormat>Grand écran</PresentationFormat>
  <Paragraphs>1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Thème Office</vt:lpstr>
      <vt:lpstr>ESP32-S3 Wroom 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Ahmad Saab</dc:creator>
  <cp:lastModifiedBy>Ahmad Saab</cp:lastModifiedBy>
  <cp:revision>2</cp:revision>
  <dcterms:created xsi:type="dcterms:W3CDTF">2026-06-18T11:56:27Z</dcterms:created>
  <dcterms:modified xsi:type="dcterms:W3CDTF">2026-06-19T06:31:08Z</dcterms:modified>
</cp:coreProperties>
</file>