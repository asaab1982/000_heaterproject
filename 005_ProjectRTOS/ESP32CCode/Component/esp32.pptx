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A72D1-1272-97DF-B4B9-5958AF87D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33C41-9F89-70CB-A901-C33852328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EB0B4-5068-3833-FD34-589F9297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6EA74F-EC32-4E79-0B8A-CA64AF8C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882AA7-7735-1C2C-86DC-EDA1D50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0155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D7782-F32B-3F33-6EB7-A13097AB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8DD293-60BF-C42E-B513-1140BDEE4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92133-11FB-1475-C04D-70D9C71F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79C418-7ED9-0AF0-0D77-8B2B6122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A08C4-6E10-1D2B-B27B-F1E5BEC5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831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E02B4F-7776-307E-A72B-BB0A3159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64A036-2075-B800-6E53-B9F36892B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6AB16F-B083-93FC-A909-EDFF23A9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7A2E2D-36BF-75FF-DA32-747F1229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51BCDC-0E00-D6EA-506A-7E4C752C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1822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7A39B-DC3E-E46E-9E1F-1C34B11C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BB691A-52F3-A9CA-1EB0-C429F2A85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D4526B-9DBA-069E-0564-76E2A69CB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428BE7-18CA-C032-0AC7-94E18B7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89FD53-37C6-45FA-3170-B8F9C033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FCF10A-2892-B7B3-381A-1F08F1E9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017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6FDC1-4F2F-8C9B-94F8-2961F07B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E3635-D8A3-437F-428B-022222D04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0D9F8F-FB9A-EC66-45D7-7015DD260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935EEF-0D39-DECE-2244-DE48B5B21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7AB49B-837E-7C93-086C-5342FB754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B76A40-CA97-C2EC-CC32-CE097928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E8E688-EFE4-98C8-6C4C-6BF03182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A27BBD4-581B-3BAC-7B19-A39729A9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437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C3CAC0-6BF8-82F5-C310-60F587A5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1738B7-AA40-B00D-FE09-F2FF713C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9C6E37-AF71-199C-D998-E0ABD9E6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4C0ED5-B73E-2650-60A9-0908AA9F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244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6C8CFE-ED20-3C27-DB54-164532F5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00A14A-FC1C-A37B-0596-2A76D390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F149FE-7D37-E28D-3AE7-8CA13361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1113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697E97-D1B9-79FC-A24D-E2B6F23A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B52E38-3B69-CC07-A9F7-CDE3FFA9B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EBFF3D-50DC-8EEE-B925-83C28430A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637131-D7D7-925A-0683-A5B69397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26F853-F9B1-915D-D828-250962FD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FDD2E5-56D9-DEA3-E5CA-55E69D1B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050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7763DC-BFF3-ADDD-8545-0B4A7F42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0393B3-082D-BB79-5621-CD75F2F40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E262B6-82E2-46DD-75C3-F3862FA11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AB817F-369F-7A77-C387-08AB68FD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BE7AC7-5746-7CBA-1401-969C6FB7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E1F2B1-9F1D-6510-3FF9-E7B9225D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315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B73EB-F292-2BC3-C960-BF80326E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2C942E-A070-693F-30AE-415F84D6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34912-3535-F107-AFFB-7E86B99F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E843E5-628C-E8CA-7CF9-F1D343E1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990F20-D88B-621E-A177-69C4814E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0762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F265EAA-AF5C-76A6-C7CF-88A411B29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C25BEE-CA13-3B4E-C9FF-92F49AA7D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53B64F-D51F-6AA4-1AC8-2611BEFD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9DB300-1570-B8F1-7833-6D3411BE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0B86A7-539A-FCF9-07A4-9E92241A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6219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0254298-FB82-89B0-3D3E-63E6A9D9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DD2A57-6E67-92BB-8E79-F4CD2B1CC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B45FF5-1439-2DCB-D03A-3CC9973F0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67A5C-4916-48F3-B367-831534476F07}" type="datetimeFigureOut">
              <a:rPr lang="fr-CH" smtClean="0"/>
              <a:t>18.06.2026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893DF5-3A8A-11B4-24EB-3E0C25CBA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B15603-91C1-FFD2-53E4-E0449928E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79197-7170-4466-A6DC-3ECD34A9C60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750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C3091-A272-60C6-4125-8B7FC6607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ESP32-S3 </a:t>
            </a:r>
            <a:r>
              <a:rPr lang="fr-CH" dirty="0" err="1"/>
              <a:t>Wroom</a:t>
            </a:r>
            <a:r>
              <a:rPr lang="fr-CH" dirty="0"/>
              <a:t>	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C4AB62-1314-7AF2-E799-79B52049CE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4802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5B357-F5A2-CA9E-FC5E-B2643DA5B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FC74971-AD36-9E7E-2E21-BA698B920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7288"/>
            <a:ext cx="10444545" cy="290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8D43FA8-B205-A259-9060-EA37DD9DF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919" b="17584"/>
          <a:stretch>
            <a:fillRect/>
          </a:stretch>
        </p:blipFill>
        <p:spPr>
          <a:xfrm>
            <a:off x="50599" y="280988"/>
            <a:ext cx="4737301" cy="43418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3AC65F-D027-11D0-702B-AA4A8BF4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840" y="280988"/>
            <a:ext cx="6248060" cy="626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08794D7-0257-5236-4B5B-CE7EEE476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492"/>
          <a:stretch>
            <a:fillRect/>
          </a:stretch>
        </p:blipFill>
        <p:spPr>
          <a:xfrm>
            <a:off x="223299" y="473759"/>
            <a:ext cx="5638410" cy="52475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D469ACD-B59D-B482-9655-0B9D78D4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677" y="161924"/>
            <a:ext cx="6113979" cy="58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93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011EE6C-46C6-B539-CED3-CB32F30A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" y="1112329"/>
            <a:ext cx="4701947" cy="44047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26DC36-1C0F-FBC5-1529-5FF48631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988" y="1001829"/>
            <a:ext cx="4656223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270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3</Words>
  <Application>Microsoft Office PowerPoint</Application>
  <PresentationFormat>Grand écran</PresentationFormat>
  <Paragraphs>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ESP32-S3 Wroom 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Saab</dc:creator>
  <cp:lastModifiedBy>Ahmad Saab</cp:lastModifiedBy>
  <cp:revision>3</cp:revision>
  <dcterms:created xsi:type="dcterms:W3CDTF">2026-06-18T11:56:27Z</dcterms:created>
  <dcterms:modified xsi:type="dcterms:W3CDTF">2026-06-19T16:58:49Z</dcterms:modified>
</cp:coreProperties>
</file>